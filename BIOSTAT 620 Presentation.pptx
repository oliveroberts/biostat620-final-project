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331" r:id="rId2"/>
    <p:sldId id="335" r:id="rId3"/>
    <p:sldId id="324" r:id="rId4"/>
    <p:sldId id="261" r:id="rId5"/>
    <p:sldId id="332" r:id="rId6"/>
    <p:sldId id="327" r:id="rId7"/>
    <p:sldId id="322" r:id="rId8"/>
    <p:sldId id="326" r:id="rId9"/>
    <p:sldId id="334" r:id="rId10"/>
    <p:sldId id="320" r:id="rId11"/>
    <p:sldId id="286" r:id="rId12"/>
    <p:sldId id="33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E62"/>
    <a:srgbClr val="AE7777"/>
    <a:srgbClr val="FFFFFF"/>
    <a:srgbClr val="333333"/>
    <a:srgbClr val="E7E6E6"/>
    <a:srgbClr val="79B8FF"/>
    <a:srgbClr val="C354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B78C72-C774-4C77-BCC0-79E30028BFE3}" v="29" dt="2026-04-15T18:51:08.6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229" autoAdjust="0"/>
  </p:normalViewPr>
  <p:slideViewPr>
    <p:cSldViewPr snapToGrid="0">
      <p:cViewPr varScale="1">
        <p:scale>
          <a:sx n="70" d="100"/>
          <a:sy n="70" d="100"/>
        </p:scale>
        <p:origin x="113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s, Olivia" userId="49ac00ae-a0c8-4610-8035-5c544e9d1ad2" providerId="ADAL" clId="{F67A6D20-AF91-4F32-8093-0B6987114FC9}"/>
    <pc:docChg chg="undo redo custSel addSld delSld modSld sldOrd">
      <pc:chgData name="Roberts, Olivia" userId="49ac00ae-a0c8-4610-8035-5c544e9d1ad2" providerId="ADAL" clId="{F67A6D20-AF91-4F32-8093-0B6987114FC9}" dt="2026-04-15T19:03:43.948" v="16512" actId="20577"/>
      <pc:docMkLst>
        <pc:docMk/>
      </pc:docMkLst>
      <pc:sldChg chg="delSp modSp del mod">
        <pc:chgData name="Roberts, Olivia" userId="49ac00ae-a0c8-4610-8035-5c544e9d1ad2" providerId="ADAL" clId="{F67A6D20-AF91-4F32-8093-0B6987114FC9}" dt="2026-04-15T17:47:56.721" v="11920" actId="47"/>
        <pc:sldMkLst>
          <pc:docMk/>
          <pc:sldMk cId="3611222689" sldId="256"/>
        </pc:sldMkLst>
        <pc:spChg chg="mod">
          <ac:chgData name="Roberts, Olivia" userId="49ac00ae-a0c8-4610-8035-5c544e9d1ad2" providerId="ADAL" clId="{F67A6D20-AF91-4F32-8093-0B6987114FC9}" dt="2026-04-15T17:47:03.059" v="11885" actId="20577"/>
          <ac:spMkLst>
            <pc:docMk/>
            <pc:sldMk cId="3611222689" sldId="256"/>
            <ac:spMk id="2" creationId="{35D38625-4A6B-4491-8F3D-5137C7A4E6CA}"/>
          </ac:spMkLst>
        </pc:spChg>
        <pc:spChg chg="mod">
          <ac:chgData name="Roberts, Olivia" userId="49ac00ae-a0c8-4610-8035-5c544e9d1ad2" providerId="ADAL" clId="{F67A6D20-AF91-4F32-8093-0B6987114FC9}" dt="2026-04-15T17:46:33.601" v="11768" actId="20577"/>
          <ac:spMkLst>
            <pc:docMk/>
            <pc:sldMk cId="3611222689" sldId="256"/>
            <ac:spMk id="3" creationId="{7F0A4481-C065-4CA3-B9CD-4B22A9AE5D6D}"/>
          </ac:spMkLst>
        </pc:spChg>
        <pc:spChg chg="del">
          <ac:chgData name="Roberts, Olivia" userId="49ac00ae-a0c8-4610-8035-5c544e9d1ad2" providerId="ADAL" clId="{F67A6D20-AF91-4F32-8093-0B6987114FC9}" dt="2026-04-15T17:45:08.110" v="11663" actId="478"/>
          <ac:spMkLst>
            <pc:docMk/>
            <pc:sldMk cId="3611222689" sldId="256"/>
            <ac:spMk id="5" creationId="{5F6E557B-013A-AA4A-C63F-D3065967D39D}"/>
          </ac:spMkLst>
        </pc:spChg>
        <pc:picChg chg="del mod">
          <ac:chgData name="Roberts, Olivia" userId="49ac00ae-a0c8-4610-8035-5c544e9d1ad2" providerId="ADAL" clId="{F67A6D20-AF91-4F32-8093-0B6987114FC9}" dt="2026-04-15T17:45:04.216" v="11662" actId="478"/>
          <ac:picMkLst>
            <pc:docMk/>
            <pc:sldMk cId="3611222689" sldId="256"/>
            <ac:picMk id="6" creationId="{B48FF720-EAD1-5B88-9CCA-B301CBF16A0C}"/>
          </ac:picMkLst>
        </pc:picChg>
      </pc:sldChg>
      <pc:sldChg chg="del">
        <pc:chgData name="Roberts, Olivia" userId="49ac00ae-a0c8-4610-8035-5c544e9d1ad2" providerId="ADAL" clId="{F67A6D20-AF91-4F32-8093-0B6987114FC9}" dt="2026-04-15T17:45:10.486" v="11664" actId="47"/>
        <pc:sldMkLst>
          <pc:docMk/>
          <pc:sldMk cId="0" sldId="257"/>
        </pc:sldMkLst>
      </pc:sldChg>
      <pc:sldChg chg="del">
        <pc:chgData name="Roberts, Olivia" userId="49ac00ae-a0c8-4610-8035-5c544e9d1ad2" providerId="ADAL" clId="{F67A6D20-AF91-4F32-8093-0B6987114FC9}" dt="2026-04-15T18:15:50.848" v="15519" actId="47"/>
        <pc:sldMkLst>
          <pc:docMk/>
          <pc:sldMk cId="2381855986" sldId="260"/>
        </pc:sldMkLst>
      </pc:sldChg>
      <pc:sldChg chg="addSp delSp modSp mod modNotesTx">
        <pc:chgData name="Roberts, Olivia" userId="49ac00ae-a0c8-4610-8035-5c544e9d1ad2" providerId="ADAL" clId="{F67A6D20-AF91-4F32-8093-0B6987114FC9}" dt="2026-04-15T17:59:57.404" v="13372" actId="20577"/>
        <pc:sldMkLst>
          <pc:docMk/>
          <pc:sldMk cId="2725619957" sldId="261"/>
        </pc:sldMkLst>
        <pc:spChg chg="mod">
          <ac:chgData name="Roberts, Olivia" userId="49ac00ae-a0c8-4610-8035-5c544e9d1ad2" providerId="ADAL" clId="{F67A6D20-AF91-4F32-8093-0B6987114FC9}" dt="2026-04-15T17:59:57.404" v="13372" actId="20577"/>
          <ac:spMkLst>
            <pc:docMk/>
            <pc:sldMk cId="2725619957" sldId="261"/>
            <ac:spMk id="3" creationId="{91B93F7F-2A4A-4869-83C0-4A68B3E6F175}"/>
          </ac:spMkLst>
        </pc:spChg>
        <pc:picChg chg="del">
          <ac:chgData name="Roberts, Olivia" userId="49ac00ae-a0c8-4610-8035-5c544e9d1ad2" providerId="ADAL" clId="{F67A6D20-AF91-4F32-8093-0B6987114FC9}" dt="2026-04-15T17:48:57.107" v="11980" actId="478"/>
          <ac:picMkLst>
            <pc:docMk/>
            <pc:sldMk cId="2725619957" sldId="261"/>
            <ac:picMk id="4" creationId="{78241A4C-DD3B-441F-B41F-142968BC8D90}"/>
          </ac:picMkLst>
        </pc:picChg>
        <pc:picChg chg="add mod">
          <ac:chgData name="Roberts, Olivia" userId="49ac00ae-a0c8-4610-8035-5c544e9d1ad2" providerId="ADAL" clId="{F67A6D20-AF91-4F32-8093-0B6987114FC9}" dt="2026-04-15T17:49:08.223" v="11983" actId="14100"/>
          <ac:picMkLst>
            <pc:docMk/>
            <pc:sldMk cId="2725619957" sldId="261"/>
            <ac:picMk id="1026" creationId="{E10916B2-CBEC-4281-A5C2-F558F1CE9B31}"/>
          </ac:picMkLst>
        </pc:picChg>
      </pc:sldChg>
      <pc:sldChg chg="del">
        <pc:chgData name="Roberts, Olivia" userId="49ac00ae-a0c8-4610-8035-5c544e9d1ad2" providerId="ADAL" clId="{F67A6D20-AF91-4F32-8093-0B6987114FC9}" dt="2026-04-15T17:46:02.578" v="11755" actId="47"/>
        <pc:sldMkLst>
          <pc:docMk/>
          <pc:sldMk cId="2394272513" sldId="262"/>
        </pc:sldMkLst>
      </pc:sldChg>
      <pc:sldChg chg="modSp mod">
        <pc:chgData name="Roberts, Olivia" userId="49ac00ae-a0c8-4610-8035-5c544e9d1ad2" providerId="ADAL" clId="{F67A6D20-AF91-4F32-8093-0B6987114FC9}" dt="2026-04-15T18:05:35.717" v="14193" actId="20577"/>
        <pc:sldMkLst>
          <pc:docMk/>
          <pc:sldMk cId="64641991" sldId="286"/>
        </pc:sldMkLst>
        <pc:spChg chg="mod">
          <ac:chgData name="Roberts, Olivia" userId="49ac00ae-a0c8-4610-8035-5c544e9d1ad2" providerId="ADAL" clId="{F67A6D20-AF91-4F32-8093-0B6987114FC9}" dt="2026-04-15T18:05:35.717" v="14193" actId="20577"/>
          <ac:spMkLst>
            <pc:docMk/>
            <pc:sldMk cId="64641991" sldId="286"/>
            <ac:spMk id="3" creationId="{0704F82F-2144-AE4D-77C8-66D11B066CFE}"/>
          </ac:spMkLst>
        </pc:spChg>
      </pc:sldChg>
      <pc:sldChg chg="del">
        <pc:chgData name="Roberts, Olivia" userId="49ac00ae-a0c8-4610-8035-5c544e9d1ad2" providerId="ADAL" clId="{F67A6D20-AF91-4F32-8093-0B6987114FC9}" dt="2026-04-15T18:03:46.370" v="13624" actId="47"/>
        <pc:sldMkLst>
          <pc:docMk/>
          <pc:sldMk cId="2090319418" sldId="303"/>
        </pc:sldMkLst>
      </pc:sldChg>
      <pc:sldChg chg="del">
        <pc:chgData name="Roberts, Olivia" userId="49ac00ae-a0c8-4610-8035-5c544e9d1ad2" providerId="ADAL" clId="{F67A6D20-AF91-4F32-8093-0B6987114FC9}" dt="2026-04-15T18:15:48.619" v="15517" actId="47"/>
        <pc:sldMkLst>
          <pc:docMk/>
          <pc:sldMk cId="3348951182" sldId="305"/>
        </pc:sldMkLst>
      </pc:sldChg>
      <pc:sldChg chg="del">
        <pc:chgData name="Roberts, Olivia" userId="49ac00ae-a0c8-4610-8035-5c544e9d1ad2" providerId="ADAL" clId="{F67A6D20-AF91-4F32-8093-0B6987114FC9}" dt="2026-04-15T17:46:03.612" v="11756" actId="47"/>
        <pc:sldMkLst>
          <pc:docMk/>
          <pc:sldMk cId="417542613" sldId="313"/>
        </pc:sldMkLst>
      </pc:sldChg>
      <pc:sldChg chg="del">
        <pc:chgData name="Roberts, Olivia" userId="49ac00ae-a0c8-4610-8035-5c544e9d1ad2" providerId="ADAL" clId="{F67A6D20-AF91-4F32-8093-0B6987114FC9}" dt="2026-04-15T18:15:49.941" v="15518" actId="47"/>
        <pc:sldMkLst>
          <pc:docMk/>
          <pc:sldMk cId="3916907956" sldId="314"/>
        </pc:sldMkLst>
      </pc:sldChg>
      <pc:sldChg chg="del">
        <pc:chgData name="Roberts, Olivia" userId="49ac00ae-a0c8-4610-8035-5c544e9d1ad2" providerId="ADAL" clId="{F67A6D20-AF91-4F32-8093-0B6987114FC9}" dt="2026-04-15T18:09:59.599" v="15050" actId="47"/>
        <pc:sldMkLst>
          <pc:docMk/>
          <pc:sldMk cId="3610121722" sldId="315"/>
        </pc:sldMkLst>
      </pc:sldChg>
      <pc:sldChg chg="del">
        <pc:chgData name="Roberts, Olivia" userId="49ac00ae-a0c8-4610-8035-5c544e9d1ad2" providerId="ADAL" clId="{F67A6D20-AF91-4F32-8093-0B6987114FC9}" dt="2026-04-15T18:09:56.873" v="15048" actId="47"/>
        <pc:sldMkLst>
          <pc:docMk/>
          <pc:sldMk cId="393274548" sldId="317"/>
        </pc:sldMkLst>
      </pc:sldChg>
      <pc:sldChg chg="del">
        <pc:chgData name="Roberts, Olivia" userId="49ac00ae-a0c8-4610-8035-5c544e9d1ad2" providerId="ADAL" clId="{F67A6D20-AF91-4F32-8093-0B6987114FC9}" dt="2026-04-15T18:09:20.634" v="15013" actId="47"/>
        <pc:sldMkLst>
          <pc:docMk/>
          <pc:sldMk cId="1185270224" sldId="318"/>
        </pc:sldMkLst>
      </pc:sldChg>
      <pc:sldChg chg="delSp modSp mod modNotesTx">
        <pc:chgData name="Roberts, Olivia" userId="49ac00ae-a0c8-4610-8035-5c544e9d1ad2" providerId="ADAL" clId="{F67A6D20-AF91-4F32-8093-0B6987114FC9}" dt="2026-04-15T18:08:48.860" v="15012" actId="478"/>
        <pc:sldMkLst>
          <pc:docMk/>
          <pc:sldMk cId="3471976434" sldId="320"/>
        </pc:sldMkLst>
        <pc:spChg chg="mod">
          <ac:chgData name="Roberts, Olivia" userId="49ac00ae-a0c8-4610-8035-5c544e9d1ad2" providerId="ADAL" clId="{F67A6D20-AF91-4F32-8093-0B6987114FC9}" dt="2026-04-15T18:03:15.533" v="13575" actId="20577"/>
          <ac:spMkLst>
            <pc:docMk/>
            <pc:sldMk cId="3471976434" sldId="320"/>
            <ac:spMk id="2" creationId="{C57807E0-AE51-82FD-0195-697BA0166AE2}"/>
          </ac:spMkLst>
        </pc:spChg>
        <pc:spChg chg="mod">
          <ac:chgData name="Roberts, Olivia" userId="49ac00ae-a0c8-4610-8035-5c544e9d1ad2" providerId="ADAL" clId="{F67A6D20-AF91-4F32-8093-0B6987114FC9}" dt="2026-04-15T18:08:46.033" v="15011" actId="20577"/>
          <ac:spMkLst>
            <pc:docMk/>
            <pc:sldMk cId="3471976434" sldId="320"/>
            <ac:spMk id="3" creationId="{2F006AD7-9383-F530-7C79-BD228727EFD5}"/>
          </ac:spMkLst>
        </pc:spChg>
        <pc:spChg chg="del">
          <ac:chgData name="Roberts, Olivia" userId="49ac00ae-a0c8-4610-8035-5c544e9d1ad2" providerId="ADAL" clId="{F67A6D20-AF91-4F32-8093-0B6987114FC9}" dt="2026-04-15T18:08:48.860" v="15012" actId="478"/>
          <ac:spMkLst>
            <pc:docMk/>
            <pc:sldMk cId="3471976434" sldId="320"/>
            <ac:spMk id="4" creationId="{6A0AC303-C707-8F34-0320-7DDC0BDE5C28}"/>
          </ac:spMkLst>
        </pc:spChg>
      </pc:sldChg>
      <pc:sldChg chg="addSp delSp modSp mod modNotesTx">
        <pc:chgData name="Roberts, Olivia" userId="49ac00ae-a0c8-4610-8035-5c544e9d1ad2" providerId="ADAL" clId="{F67A6D20-AF91-4F32-8093-0B6987114FC9}" dt="2026-04-15T18:18:07.108" v="15527" actId="1076"/>
        <pc:sldMkLst>
          <pc:docMk/>
          <pc:sldMk cId="1939072881" sldId="322"/>
        </pc:sldMkLst>
        <pc:spChg chg="mod">
          <ac:chgData name="Roberts, Olivia" userId="49ac00ae-a0c8-4610-8035-5c544e9d1ad2" providerId="ADAL" clId="{F67A6D20-AF91-4F32-8093-0B6987114FC9}" dt="2026-04-15T18:14:04.574" v="15473" actId="20577"/>
          <ac:spMkLst>
            <pc:docMk/>
            <pc:sldMk cId="1939072881" sldId="322"/>
            <ac:spMk id="2" creationId="{242C2DDB-AFD8-2796-BC52-01D4D3397031}"/>
          </ac:spMkLst>
        </pc:spChg>
        <pc:spChg chg="del mod">
          <ac:chgData name="Roberts, Olivia" userId="49ac00ae-a0c8-4610-8035-5c544e9d1ad2" providerId="ADAL" clId="{F67A6D20-AF91-4F32-8093-0B6987114FC9}" dt="2026-04-15T18:13:52.173" v="15449" actId="478"/>
          <ac:spMkLst>
            <pc:docMk/>
            <pc:sldMk cId="1939072881" sldId="322"/>
            <ac:spMk id="3" creationId="{B88BDEB3-9498-1F63-2120-026441D1B5F9}"/>
          </ac:spMkLst>
        </pc:spChg>
        <pc:spChg chg="del">
          <ac:chgData name="Roberts, Olivia" userId="49ac00ae-a0c8-4610-8035-5c544e9d1ad2" providerId="ADAL" clId="{F67A6D20-AF91-4F32-8093-0B6987114FC9}" dt="2026-04-15T18:13:49.783" v="15447" actId="478"/>
          <ac:spMkLst>
            <pc:docMk/>
            <pc:sldMk cId="1939072881" sldId="322"/>
            <ac:spMk id="4" creationId="{29B591B5-D101-DC75-5A6D-9841FBF74020}"/>
          </ac:spMkLst>
        </pc:spChg>
        <pc:spChg chg="del">
          <ac:chgData name="Roberts, Olivia" userId="49ac00ae-a0c8-4610-8035-5c544e9d1ad2" providerId="ADAL" clId="{F67A6D20-AF91-4F32-8093-0B6987114FC9}" dt="2026-04-15T18:13:53.852" v="15450" actId="478"/>
          <ac:spMkLst>
            <pc:docMk/>
            <pc:sldMk cId="1939072881" sldId="322"/>
            <ac:spMk id="5" creationId="{DCA64E0A-565C-896A-83AE-0A7905518E39}"/>
          </ac:spMkLst>
        </pc:spChg>
        <pc:spChg chg="del">
          <ac:chgData name="Roberts, Olivia" userId="49ac00ae-a0c8-4610-8035-5c544e9d1ad2" providerId="ADAL" clId="{F67A6D20-AF91-4F32-8093-0B6987114FC9}" dt="2026-04-15T18:13:46.810" v="15446" actId="478"/>
          <ac:spMkLst>
            <pc:docMk/>
            <pc:sldMk cId="1939072881" sldId="322"/>
            <ac:spMk id="8" creationId="{175B6AF8-36F0-5BFA-40B3-FCD0C9B14B8D}"/>
          </ac:spMkLst>
        </pc:spChg>
        <pc:picChg chg="del">
          <ac:chgData name="Roberts, Olivia" userId="49ac00ae-a0c8-4610-8035-5c544e9d1ad2" providerId="ADAL" clId="{F67A6D20-AF91-4F32-8093-0B6987114FC9}" dt="2026-04-15T18:14:06.345" v="15474" actId="478"/>
          <ac:picMkLst>
            <pc:docMk/>
            <pc:sldMk cId="1939072881" sldId="322"/>
            <ac:picMk id="6" creationId="{354040CF-9CB9-E6D5-6466-CF39A4669B20}"/>
          </ac:picMkLst>
        </pc:picChg>
        <pc:picChg chg="add mod modCrop">
          <ac:chgData name="Roberts, Olivia" userId="49ac00ae-a0c8-4610-8035-5c544e9d1ad2" providerId="ADAL" clId="{F67A6D20-AF91-4F32-8093-0B6987114FC9}" dt="2026-04-15T18:18:07.108" v="15527" actId="1076"/>
          <ac:picMkLst>
            <pc:docMk/>
            <pc:sldMk cId="1939072881" sldId="322"/>
            <ac:picMk id="9" creationId="{6A70D7EB-6281-709B-6F8A-FE9CCDCEB164}"/>
          </ac:picMkLst>
        </pc:picChg>
      </pc:sldChg>
      <pc:sldChg chg="addSp modSp mod">
        <pc:chgData name="Roberts, Olivia" userId="49ac00ae-a0c8-4610-8035-5c544e9d1ad2" providerId="ADAL" clId="{F67A6D20-AF91-4F32-8093-0B6987114FC9}" dt="2026-04-15T18:51:08.653" v="16351" actId="1076"/>
        <pc:sldMkLst>
          <pc:docMk/>
          <pc:sldMk cId="3576406047" sldId="324"/>
        </pc:sldMkLst>
        <pc:spChg chg="mod">
          <ac:chgData name="Roberts, Olivia" userId="49ac00ae-a0c8-4610-8035-5c544e9d1ad2" providerId="ADAL" clId="{F67A6D20-AF91-4F32-8093-0B6987114FC9}" dt="2026-04-15T18:47:45.304" v="16349" actId="14100"/>
          <ac:spMkLst>
            <pc:docMk/>
            <pc:sldMk cId="3576406047" sldId="324"/>
            <ac:spMk id="3" creationId="{0E45F9C9-C323-242C-EE4E-9D42BAFBB80A}"/>
          </ac:spMkLst>
        </pc:spChg>
        <pc:picChg chg="add mod">
          <ac:chgData name="Roberts, Olivia" userId="49ac00ae-a0c8-4610-8035-5c544e9d1ad2" providerId="ADAL" clId="{F67A6D20-AF91-4F32-8093-0B6987114FC9}" dt="2026-04-15T18:51:08.653" v="16351" actId="1076"/>
          <ac:picMkLst>
            <pc:docMk/>
            <pc:sldMk cId="3576406047" sldId="324"/>
            <ac:picMk id="2050" creationId="{AF8F88C0-3901-A3E8-850C-ECA09E2ACCBF}"/>
          </ac:picMkLst>
        </pc:picChg>
      </pc:sldChg>
      <pc:sldChg chg="addSp delSp modSp mod modNotesTx">
        <pc:chgData name="Roberts, Olivia" userId="49ac00ae-a0c8-4610-8035-5c544e9d1ad2" providerId="ADAL" clId="{F67A6D20-AF91-4F32-8093-0B6987114FC9}" dt="2026-04-15T18:17:59.376" v="15525" actId="1076"/>
        <pc:sldMkLst>
          <pc:docMk/>
          <pc:sldMk cId="4124132750" sldId="326"/>
        </pc:sldMkLst>
        <pc:spChg chg="mod">
          <ac:chgData name="Roberts, Olivia" userId="49ac00ae-a0c8-4610-8035-5c544e9d1ad2" providerId="ADAL" clId="{F67A6D20-AF91-4F32-8093-0B6987114FC9}" dt="2026-04-15T18:15:05.137" v="15514" actId="20577"/>
          <ac:spMkLst>
            <pc:docMk/>
            <pc:sldMk cId="4124132750" sldId="326"/>
            <ac:spMk id="2" creationId="{552A67C6-C471-1C6D-25BC-59604F4FC897}"/>
          </ac:spMkLst>
        </pc:spChg>
        <pc:spChg chg="del">
          <ac:chgData name="Roberts, Olivia" userId="49ac00ae-a0c8-4610-8035-5c544e9d1ad2" providerId="ADAL" clId="{F67A6D20-AF91-4F32-8093-0B6987114FC9}" dt="2026-04-15T18:14:30.802" v="15503" actId="478"/>
          <ac:spMkLst>
            <pc:docMk/>
            <pc:sldMk cId="4124132750" sldId="326"/>
            <ac:spMk id="3" creationId="{681FF540-15CD-1005-A240-D00601735852}"/>
          </ac:spMkLst>
        </pc:spChg>
        <pc:spChg chg="del">
          <ac:chgData name="Roberts, Olivia" userId="49ac00ae-a0c8-4610-8035-5c544e9d1ad2" providerId="ADAL" clId="{F67A6D20-AF91-4F32-8093-0B6987114FC9}" dt="2026-04-15T18:14:23.377" v="15498" actId="478"/>
          <ac:spMkLst>
            <pc:docMk/>
            <pc:sldMk cId="4124132750" sldId="326"/>
            <ac:spMk id="4" creationId="{FC6DE050-1306-B8BF-4920-4EDB70627D12}"/>
          </ac:spMkLst>
        </pc:spChg>
        <pc:spChg chg="del">
          <ac:chgData name="Roberts, Olivia" userId="49ac00ae-a0c8-4610-8035-5c544e9d1ad2" providerId="ADAL" clId="{F67A6D20-AF91-4F32-8093-0B6987114FC9}" dt="2026-04-15T18:14:26.363" v="15500" actId="478"/>
          <ac:spMkLst>
            <pc:docMk/>
            <pc:sldMk cId="4124132750" sldId="326"/>
            <ac:spMk id="5" creationId="{07E8E48E-C20F-0A8D-92DB-2F954AEBFD75}"/>
          </ac:spMkLst>
        </pc:spChg>
        <pc:spChg chg="del">
          <ac:chgData name="Roberts, Olivia" userId="49ac00ae-a0c8-4610-8035-5c544e9d1ad2" providerId="ADAL" clId="{F67A6D20-AF91-4F32-8093-0B6987114FC9}" dt="2026-04-15T18:14:27.881" v="15501" actId="478"/>
          <ac:spMkLst>
            <pc:docMk/>
            <pc:sldMk cId="4124132750" sldId="326"/>
            <ac:spMk id="7" creationId="{E3BF3F2B-22E6-C6BC-BF94-FB0B21E7EE41}"/>
          </ac:spMkLst>
        </pc:spChg>
        <pc:spChg chg="del">
          <ac:chgData name="Roberts, Olivia" userId="49ac00ae-a0c8-4610-8035-5c544e9d1ad2" providerId="ADAL" clId="{F67A6D20-AF91-4F32-8093-0B6987114FC9}" dt="2026-04-15T18:14:24.676" v="15499" actId="478"/>
          <ac:spMkLst>
            <pc:docMk/>
            <pc:sldMk cId="4124132750" sldId="326"/>
            <ac:spMk id="8" creationId="{0BA75ED7-2E17-C7D6-699D-B2F07EF78426}"/>
          </ac:spMkLst>
        </pc:spChg>
        <pc:spChg chg="del">
          <ac:chgData name="Roberts, Olivia" userId="49ac00ae-a0c8-4610-8035-5c544e9d1ad2" providerId="ADAL" clId="{F67A6D20-AF91-4F32-8093-0B6987114FC9}" dt="2026-04-15T18:14:29.188" v="15502" actId="478"/>
          <ac:spMkLst>
            <pc:docMk/>
            <pc:sldMk cId="4124132750" sldId="326"/>
            <ac:spMk id="9" creationId="{139E3AB0-F8FD-3D7B-05E5-DC79CEAC581E}"/>
          </ac:spMkLst>
        </pc:spChg>
        <pc:picChg chg="del">
          <ac:chgData name="Roberts, Olivia" userId="49ac00ae-a0c8-4610-8035-5c544e9d1ad2" providerId="ADAL" clId="{F67A6D20-AF91-4F32-8093-0B6987114FC9}" dt="2026-04-15T18:14:20.800" v="15497" actId="478"/>
          <ac:picMkLst>
            <pc:docMk/>
            <pc:sldMk cId="4124132750" sldId="326"/>
            <ac:picMk id="6" creationId="{8C5B2A2B-6D03-1F9C-0F1A-8803A9C44AC1}"/>
          </ac:picMkLst>
        </pc:picChg>
        <pc:picChg chg="add mod">
          <ac:chgData name="Roberts, Olivia" userId="49ac00ae-a0c8-4610-8035-5c544e9d1ad2" providerId="ADAL" clId="{F67A6D20-AF91-4F32-8093-0B6987114FC9}" dt="2026-04-15T18:17:59.376" v="15525" actId="1076"/>
          <ac:picMkLst>
            <pc:docMk/>
            <pc:sldMk cId="4124132750" sldId="326"/>
            <ac:picMk id="11" creationId="{47167B24-FB1F-2C4B-78C2-8DD44B042E3B}"/>
          </ac:picMkLst>
        </pc:picChg>
      </pc:sldChg>
      <pc:sldChg chg="addSp delSp modSp mod modNotesTx">
        <pc:chgData name="Roberts, Olivia" userId="49ac00ae-a0c8-4610-8035-5c544e9d1ad2" providerId="ADAL" clId="{F67A6D20-AF91-4F32-8093-0B6987114FC9}" dt="2026-04-15T18:18:28.083" v="15529" actId="1076"/>
        <pc:sldMkLst>
          <pc:docMk/>
          <pc:sldMk cId="1649359727" sldId="327"/>
        </pc:sldMkLst>
        <pc:spChg chg="mod">
          <ac:chgData name="Roberts, Olivia" userId="49ac00ae-a0c8-4610-8035-5c544e9d1ad2" providerId="ADAL" clId="{F67A6D20-AF91-4F32-8093-0B6987114FC9}" dt="2026-04-15T18:14:54.031" v="15512" actId="20577"/>
          <ac:spMkLst>
            <pc:docMk/>
            <pc:sldMk cId="1649359727" sldId="327"/>
            <ac:spMk id="2" creationId="{E94D6096-0532-8027-2CA0-FAB6D37FB9F9}"/>
          </ac:spMkLst>
        </pc:spChg>
        <pc:spChg chg="del">
          <ac:chgData name="Roberts, Olivia" userId="49ac00ae-a0c8-4610-8035-5c544e9d1ad2" providerId="ADAL" clId="{F67A6D20-AF91-4F32-8093-0B6987114FC9}" dt="2026-04-15T18:13:02.430" v="15427" actId="478"/>
          <ac:spMkLst>
            <pc:docMk/>
            <pc:sldMk cId="1649359727" sldId="327"/>
            <ac:spMk id="5" creationId="{2F36AA0E-49FD-384F-A4C2-F9F8F85B375B}"/>
          </ac:spMkLst>
        </pc:spChg>
        <pc:spChg chg="del">
          <ac:chgData name="Roberts, Olivia" userId="49ac00ae-a0c8-4610-8035-5c544e9d1ad2" providerId="ADAL" clId="{F67A6D20-AF91-4F32-8093-0B6987114FC9}" dt="2026-04-15T18:13:01.003" v="15426" actId="478"/>
          <ac:spMkLst>
            <pc:docMk/>
            <pc:sldMk cId="1649359727" sldId="327"/>
            <ac:spMk id="8" creationId="{3FF49657-2A23-D300-CED4-20EEBAD4E2B6}"/>
          </ac:spMkLst>
        </pc:spChg>
        <pc:picChg chg="add mod">
          <ac:chgData name="Roberts, Olivia" userId="49ac00ae-a0c8-4610-8035-5c544e9d1ad2" providerId="ADAL" clId="{F67A6D20-AF91-4F32-8093-0B6987114FC9}" dt="2026-04-15T18:18:28.083" v="15529" actId="1076"/>
          <ac:picMkLst>
            <pc:docMk/>
            <pc:sldMk cId="1649359727" sldId="327"/>
            <ac:picMk id="4" creationId="{0C879B15-E116-A008-FC4F-C595907F8982}"/>
          </ac:picMkLst>
        </pc:picChg>
        <pc:picChg chg="del">
          <ac:chgData name="Roberts, Olivia" userId="49ac00ae-a0c8-4610-8035-5c544e9d1ad2" providerId="ADAL" clId="{F67A6D20-AF91-4F32-8093-0B6987114FC9}" dt="2026-04-15T18:12:59.363" v="15425" actId="478"/>
          <ac:picMkLst>
            <pc:docMk/>
            <pc:sldMk cId="1649359727" sldId="327"/>
            <ac:picMk id="6" creationId="{7FBEE86F-F2E2-23A3-4EBD-45692F9E9C48}"/>
          </ac:picMkLst>
        </pc:picChg>
      </pc:sldChg>
      <pc:sldChg chg="del">
        <pc:chgData name="Roberts, Olivia" userId="49ac00ae-a0c8-4610-8035-5c544e9d1ad2" providerId="ADAL" clId="{F67A6D20-AF91-4F32-8093-0B6987114FC9}" dt="2026-04-15T18:09:58.099" v="15049" actId="47"/>
        <pc:sldMkLst>
          <pc:docMk/>
          <pc:sldMk cId="3641855814" sldId="328"/>
        </pc:sldMkLst>
      </pc:sldChg>
      <pc:sldChg chg="del">
        <pc:chgData name="Roberts, Olivia" userId="49ac00ae-a0c8-4610-8035-5c544e9d1ad2" providerId="ADAL" clId="{F67A6D20-AF91-4F32-8093-0B6987114FC9}" dt="2026-04-15T18:09:22.676" v="15014" actId="47"/>
        <pc:sldMkLst>
          <pc:docMk/>
          <pc:sldMk cId="1815598385" sldId="330"/>
        </pc:sldMkLst>
      </pc:sldChg>
      <pc:sldChg chg="modSp new mod">
        <pc:chgData name="Roberts, Olivia" userId="49ac00ae-a0c8-4610-8035-5c544e9d1ad2" providerId="ADAL" clId="{F67A6D20-AF91-4F32-8093-0B6987114FC9}" dt="2026-04-15T18:13:22.280" v="15445" actId="20577"/>
        <pc:sldMkLst>
          <pc:docMk/>
          <pc:sldMk cId="2819491521" sldId="331"/>
        </pc:sldMkLst>
        <pc:spChg chg="mod">
          <ac:chgData name="Roberts, Olivia" userId="49ac00ae-a0c8-4610-8035-5c544e9d1ad2" providerId="ADAL" clId="{F67A6D20-AF91-4F32-8093-0B6987114FC9}" dt="2026-04-15T18:13:22.280" v="15445" actId="20577"/>
          <ac:spMkLst>
            <pc:docMk/>
            <pc:sldMk cId="2819491521" sldId="331"/>
            <ac:spMk id="2" creationId="{171CC2F7-899D-D5DF-04C0-7B22D50BA07D}"/>
          </ac:spMkLst>
        </pc:spChg>
        <pc:spChg chg="mod">
          <ac:chgData name="Roberts, Olivia" userId="49ac00ae-a0c8-4610-8035-5c544e9d1ad2" providerId="ADAL" clId="{F67A6D20-AF91-4F32-8093-0B6987114FC9}" dt="2026-04-15T18:10:34.623" v="15091" actId="120"/>
          <ac:spMkLst>
            <pc:docMk/>
            <pc:sldMk cId="2819491521" sldId="331"/>
            <ac:spMk id="3" creationId="{F570BC8A-398E-D26E-20CA-1A083AEC5810}"/>
          </ac:spMkLst>
        </pc:spChg>
      </pc:sldChg>
      <pc:sldChg chg="modSp add mod">
        <pc:chgData name="Roberts, Olivia" userId="49ac00ae-a0c8-4610-8035-5c544e9d1ad2" providerId="ADAL" clId="{F67A6D20-AF91-4F32-8093-0B6987114FC9}" dt="2026-04-15T18:52:09.155" v="16398" actId="20577"/>
        <pc:sldMkLst>
          <pc:docMk/>
          <pc:sldMk cId="294794198" sldId="332"/>
        </pc:sldMkLst>
        <pc:spChg chg="mod">
          <ac:chgData name="Roberts, Olivia" userId="49ac00ae-a0c8-4610-8035-5c544e9d1ad2" providerId="ADAL" clId="{F67A6D20-AF91-4F32-8093-0B6987114FC9}" dt="2026-04-15T18:10:07.563" v="15063" actId="20577"/>
          <ac:spMkLst>
            <pc:docMk/>
            <pc:sldMk cId="294794198" sldId="332"/>
            <ac:spMk id="2" creationId="{18EC0C37-4929-C723-2834-64FBC2ED1F9A}"/>
          </ac:spMkLst>
        </pc:spChg>
        <pc:spChg chg="mod">
          <ac:chgData name="Roberts, Olivia" userId="49ac00ae-a0c8-4610-8035-5c544e9d1ad2" providerId="ADAL" clId="{F67A6D20-AF91-4F32-8093-0B6987114FC9}" dt="2026-04-15T18:52:09.155" v="16398" actId="20577"/>
          <ac:spMkLst>
            <pc:docMk/>
            <pc:sldMk cId="294794198" sldId="332"/>
            <ac:spMk id="3" creationId="{A5F4D45E-FA6A-E4A6-5369-36E104E4001A}"/>
          </ac:spMkLst>
        </pc:spChg>
      </pc:sldChg>
      <pc:sldChg chg="modSp new mod">
        <pc:chgData name="Roberts, Olivia" userId="49ac00ae-a0c8-4610-8035-5c544e9d1ad2" providerId="ADAL" clId="{F67A6D20-AF91-4F32-8093-0B6987114FC9}" dt="2026-04-15T18:03:43.891" v="13623" actId="20577"/>
        <pc:sldMkLst>
          <pc:docMk/>
          <pc:sldMk cId="471202592" sldId="333"/>
        </pc:sldMkLst>
        <pc:spChg chg="mod">
          <ac:chgData name="Roberts, Olivia" userId="49ac00ae-a0c8-4610-8035-5c544e9d1ad2" providerId="ADAL" clId="{F67A6D20-AF91-4F32-8093-0B6987114FC9}" dt="2026-04-15T18:03:43.891" v="13623" actId="20577"/>
          <ac:spMkLst>
            <pc:docMk/>
            <pc:sldMk cId="471202592" sldId="333"/>
            <ac:spMk id="2" creationId="{DBA90842-B4D9-BD4A-809F-5AC7B95B031A}"/>
          </ac:spMkLst>
        </pc:spChg>
      </pc:sldChg>
      <pc:sldChg chg="modSp add mod">
        <pc:chgData name="Roberts, Olivia" userId="49ac00ae-a0c8-4610-8035-5c544e9d1ad2" providerId="ADAL" clId="{F67A6D20-AF91-4F32-8093-0B6987114FC9}" dt="2026-04-15T19:03:43.948" v="16512" actId="20577"/>
        <pc:sldMkLst>
          <pc:docMk/>
          <pc:sldMk cId="3779234897" sldId="334"/>
        </pc:sldMkLst>
        <pc:spChg chg="mod">
          <ac:chgData name="Roberts, Olivia" userId="49ac00ae-a0c8-4610-8035-5c544e9d1ad2" providerId="ADAL" clId="{F67A6D20-AF91-4F32-8093-0B6987114FC9}" dt="2026-04-15T18:12:12.765" v="15383" actId="20577"/>
          <ac:spMkLst>
            <pc:docMk/>
            <pc:sldMk cId="3779234897" sldId="334"/>
            <ac:spMk id="2" creationId="{FF59B164-A036-263D-FE66-EEE889BCF98F}"/>
          </ac:spMkLst>
        </pc:spChg>
        <pc:spChg chg="mod">
          <ac:chgData name="Roberts, Olivia" userId="49ac00ae-a0c8-4610-8035-5c544e9d1ad2" providerId="ADAL" clId="{F67A6D20-AF91-4F32-8093-0B6987114FC9}" dt="2026-04-15T19:03:43.948" v="16512" actId="20577"/>
          <ac:spMkLst>
            <pc:docMk/>
            <pc:sldMk cId="3779234897" sldId="334"/>
            <ac:spMk id="3" creationId="{14A9C2D2-876E-90FF-A523-39BFCA36C16C}"/>
          </ac:spMkLst>
        </pc:spChg>
      </pc:sldChg>
      <pc:sldChg chg="delSp modSp add mod">
        <pc:chgData name="Roberts, Olivia" userId="49ac00ae-a0c8-4610-8035-5c544e9d1ad2" providerId="ADAL" clId="{F67A6D20-AF91-4F32-8093-0B6987114FC9}" dt="2026-04-15T18:37:27.133" v="16340" actId="20577"/>
        <pc:sldMkLst>
          <pc:docMk/>
          <pc:sldMk cId="365519180" sldId="335"/>
        </pc:sldMkLst>
        <pc:spChg chg="mod">
          <ac:chgData name="Roberts, Olivia" userId="49ac00ae-a0c8-4610-8035-5c544e9d1ad2" providerId="ADAL" clId="{F67A6D20-AF91-4F32-8093-0B6987114FC9}" dt="2026-04-15T18:10:17.735" v="15076" actId="20577"/>
          <ac:spMkLst>
            <pc:docMk/>
            <pc:sldMk cId="365519180" sldId="335"/>
            <ac:spMk id="2" creationId="{BEB942A4-51F1-E2AE-083C-46ED559F9653}"/>
          </ac:spMkLst>
        </pc:spChg>
        <pc:spChg chg="mod">
          <ac:chgData name="Roberts, Olivia" userId="49ac00ae-a0c8-4610-8035-5c544e9d1ad2" providerId="ADAL" clId="{F67A6D20-AF91-4F32-8093-0B6987114FC9}" dt="2026-04-15T18:37:27.133" v="16340" actId="20577"/>
          <ac:spMkLst>
            <pc:docMk/>
            <pc:sldMk cId="365519180" sldId="335"/>
            <ac:spMk id="3" creationId="{C0C1A482-B73D-D388-5889-1C9F920C8280}"/>
          </ac:spMkLst>
        </pc:spChg>
        <pc:picChg chg="del">
          <ac:chgData name="Roberts, Olivia" userId="49ac00ae-a0c8-4610-8035-5c544e9d1ad2" providerId="ADAL" clId="{F67A6D20-AF91-4F32-8093-0B6987114FC9}" dt="2026-04-15T18:10:19.632" v="15077" actId="478"/>
          <ac:picMkLst>
            <pc:docMk/>
            <pc:sldMk cId="365519180" sldId="335"/>
            <ac:picMk id="1026" creationId="{82756F37-D989-6F11-39E4-E9014C869938}"/>
          </ac:picMkLst>
        </pc:picChg>
      </pc:sldChg>
      <pc:sldMasterChg chg="delSldLayout">
        <pc:chgData name="Roberts, Olivia" userId="49ac00ae-a0c8-4610-8035-5c544e9d1ad2" providerId="ADAL" clId="{F67A6D20-AF91-4F32-8093-0B6987114FC9}" dt="2026-04-15T17:45:10.486" v="11664" actId="47"/>
        <pc:sldMasterMkLst>
          <pc:docMk/>
          <pc:sldMasterMk cId="380590742" sldId="2147483648"/>
        </pc:sldMasterMkLst>
        <pc:sldLayoutChg chg="del">
          <pc:chgData name="Roberts, Olivia" userId="49ac00ae-a0c8-4610-8035-5c544e9d1ad2" providerId="ADAL" clId="{F67A6D20-AF91-4F32-8093-0B6987114FC9}" dt="2026-04-15T17:45:10.486" v="11664" actId="47"/>
          <pc:sldLayoutMkLst>
            <pc:docMk/>
            <pc:sldMasterMk cId="380590742" sldId="2147483648"/>
            <pc:sldLayoutMk cId="749710370" sldId="214748366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632B73-A8D3-470C-9107-6D8025D9C66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D89E71-E295-4B74-A0D4-D7A23C022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422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32FE9-40CB-E5F0-554F-50D0BA4BF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A59E7A-F6D4-A9CE-AA90-0222E594FA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2B6FCB-0C9D-A6C5-1D3F-5E958C7578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19A6A-69FE-BC5F-54BD-B0FA5C3B53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D89E71-E295-4B74-A0D4-D7A23C0221E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9624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D89E71-E295-4B74-A0D4-D7A23C0221E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0024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8F08B-C5F9-784F-8AB2-9924DBE2A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5504C0-BD7C-591A-3C90-728EB25192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F3DCD7-DBE1-B3C5-1BDE-3FB959C2F8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92571E-0EE6-2014-2C1B-EAACB7700C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D89E71-E295-4B74-A0D4-D7A23C0221E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5858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D89E71-E295-4B74-A0D4-D7A23C0221E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3521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D89E71-E295-4B74-A0D4-D7A23C0221E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0231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D89E71-E295-4B74-A0D4-D7A23C0221E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6333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F7350-2EBC-581A-D1F0-5900798C0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4DBA82-D3FA-8CA3-6314-338CC1C02E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0B6988-45DB-8EF9-2329-3A62A89690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4A07E-1238-FC91-BA72-84539154B7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D89E71-E295-4B74-A0D4-D7A23C0221E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550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D89E71-E295-4B74-A0D4-D7A23C0221E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2865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D89E71-E295-4B74-A0D4-D7A23C0221E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822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83E82-CF50-43C6-B4B5-94B50A482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B36416-CE99-4041-BAA9-95D41A4E67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731F1-04CC-4E32-9FA4-AE52A4338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C00-6955-4E22-811B-3584CEF031E8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B6BD89-91AA-426F-809C-434C25B1D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A2A3B-5BD7-41F0-9200-222CBD7B5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57988-F51F-4396-859E-DBAC1CCE4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817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0C2CA-C106-4BAC-8E77-B792D5EC9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7E05B-026F-462A-A49C-A169DDC06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2ACE9E-F55C-4AEA-A02C-1381347D3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C00-6955-4E22-811B-3584CEF031E8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27F06-17AC-4D31-BDE2-D2F84562B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1D19F-0584-416A-9CCF-1B632EF14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57988-F51F-4396-859E-DBAC1CCE4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496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1F35C-6560-4455-8224-C1A25233D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0F4DE9-F1FD-4CD6-986A-3CD61AFABB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CF3E2-DE4A-4E49-8907-686C4E81F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C00-6955-4E22-811B-3584CEF031E8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A284B-DEB3-4927-A644-D66032AB8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04750-ED76-4492-BC83-2BCE981FC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57988-F51F-4396-859E-DBAC1CCE4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864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8DB3B-0468-4D3B-8317-85808032B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9F045-217D-4C85-BC85-29DF48EFA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BE8280-287D-4669-9C12-50E4447F7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47AC0-66AF-47CD-A6B8-661442856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C00-6955-4E22-811B-3584CEF031E8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4DA5EA-E532-45EC-B24C-0EA3FA906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CEC0F3-A784-4903-AB8C-6F96FC75C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57988-F51F-4396-859E-DBAC1CCE4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708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B5730-96CE-4E65-8116-8990C4CAB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C446C-B4CC-4394-A32F-25EFA22880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DF405D-1D93-4B7A-BB67-6C6A910DF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6EDBED-0612-4920-ADC1-5984E4F726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3306DB-BEA2-4776-8316-805E11D265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1B484E-B87E-45C5-89D6-A1EE8A5A2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C00-6955-4E22-811B-3584CEF031E8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3F5BF9-D133-43AF-A9BA-0BF4A3739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5E568E-CB13-47BC-B4C7-7389F9E0C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57988-F51F-4396-859E-DBAC1CCE4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727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80D82-5EA4-4127-B7EF-CB03900DD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74C113-C9D4-43F6-BF5C-3B0E5EC4B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C00-6955-4E22-811B-3584CEF031E8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7EF870-6B2D-4CE5-87F6-F7A4BA1EE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1C0609-6D8C-4B4A-B976-9CB804C8D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57988-F51F-4396-859E-DBAC1CCE4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947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0F921D-37A0-4FF8-9E47-B1DAB130E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C00-6955-4E22-811B-3584CEF031E8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8D6F7E-10FE-4E08-8F37-95D43F5E8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6E1C52-87A2-41AA-8946-1CD4353F4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57988-F51F-4396-859E-DBAC1CCE4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144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B8278-D00B-4622-A9D7-5504B6E3F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0FAAA-0D4F-4C51-BB00-9AE04F242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E0DF4C-3264-4D31-AF59-D59735619B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7DCCBB-CA96-4E41-8659-50E8CBC90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C00-6955-4E22-811B-3584CEF031E8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D07C6A-697D-4942-97E3-0C1FBFA7F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DCC74C-9684-4F51-A713-F3AE473EA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57988-F51F-4396-859E-DBAC1CCE4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679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EBC51-0E80-408F-9CF4-CCC93185C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595507-A36D-44CB-8D0A-DA2A9950A9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818A37-FB20-428A-964E-ED27BC6DFB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2CFB12-DA7C-4D1E-947A-AB236B866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C00-6955-4E22-811B-3584CEF031E8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6D0CBA-D2EC-4EFA-BE16-F7332D2D1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2BA23F-3EB7-46E8-ACA9-012E570E4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57988-F51F-4396-859E-DBAC1CCE4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513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3B46E-6C19-4612-8358-C805F8AFB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694803-24A4-4D9E-8F75-3D044A7373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48791-11B3-460F-A668-D93FEB9B1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C00-6955-4E22-811B-3584CEF031E8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32255-DB06-4EF9-AB86-9D46FCB71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BD9C-39D7-4C69-AE5A-C4E50181C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57988-F51F-4396-859E-DBAC1CCE4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244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A2AB55-27DD-4F8E-B9EF-953C9D7462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EB7594-C14A-416D-935A-82BE14A33E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8DD17-1A40-485D-9AB1-8116154FF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C00-6955-4E22-811B-3584CEF031E8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90D3E-FABA-48DA-94F7-F409B334E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86D86-EC04-4FF6-8266-B9F04785D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57988-F51F-4396-859E-DBAC1CCE4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718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EF3FB8-B5BA-4FB0-852E-8CCFCB50B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07DAE5-268D-44B1-8D4D-514672554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78CB2-CA5A-4D74-9BC0-6869652A98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C6BC00-6955-4E22-811B-3584CEF031E8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F436D-BB3C-4121-BE1E-34FA7AF251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4A953-4E5E-471E-A9F2-B5F19D8A5E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257988-F51F-4396-859E-DBAC1CCE4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90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oliveroberts.github.io/tobacco-project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CC2F7-899D-D5DF-04C0-7B22D50BA0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dirty="0"/>
              <a:t>Using an interactive dashboard to visualize the prevalence of cigarette, e-cigarette, pipe, cigar, and smokeless tobacco use in the NHIS study from 2012—2022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70BC8A-398E-D26E-20CA-1A083AEC58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>
                <a:latin typeface="+mj-lt"/>
              </a:rPr>
              <a:t>Olivia Roberts</a:t>
            </a:r>
          </a:p>
        </p:txBody>
      </p:sp>
    </p:spTree>
    <p:extLst>
      <p:ext uri="{BB962C8B-B14F-4D97-AF65-F5344CB8AC3E}">
        <p14:creationId xmlns:p14="http://schemas.microsoft.com/office/powerpoint/2010/main" val="2819491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97B2B-6859-5576-DC1C-32B6BD1C4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942A4-51F1-E2AE-083C-46ED559F9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1A482-B73D-D388-5889-1C9F920C8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tobacco and nicotine product landscape is continuously evolving</a:t>
            </a:r>
          </a:p>
          <a:p>
            <a:r>
              <a:rPr lang="en-US" dirty="0"/>
              <a:t>New products are constantly being developed and sold to consumers before they can be regulated</a:t>
            </a:r>
          </a:p>
          <a:p>
            <a:r>
              <a:rPr lang="en-US" dirty="0"/>
              <a:t>The last decade has seen an increase in e-cigarette sales in 2017, especially among young adults</a:t>
            </a:r>
          </a:p>
          <a:p>
            <a:r>
              <a:rPr lang="en-US" dirty="0"/>
              <a:t>In 2021 and 2022, there has been an increase in sales of nicotine pouches (a type of smokeless tobacco product)</a:t>
            </a:r>
          </a:p>
          <a:p>
            <a:r>
              <a:rPr lang="en-US" dirty="0"/>
              <a:t>Cigarettes, e-cigarettes, cigars, smokeless tobacco, and pipes pose varying health risks</a:t>
            </a:r>
          </a:p>
          <a:p>
            <a:pPr lvl="1"/>
            <a:r>
              <a:rPr lang="en-US" dirty="0"/>
              <a:t>Lung, oral, and other cancers; cardiovascular risks; oral health risks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19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B5264-9480-A81F-7335-F8FEA9E41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5F9C9-C323-242C-EE4E-9D42BAFBB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434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How has the prevalence of tobacco and nicotine product use changed over time by sex, age group, and race in the U.S. from 2012-2022?</a:t>
            </a:r>
          </a:p>
        </p:txBody>
      </p:sp>
      <p:pic>
        <p:nvPicPr>
          <p:cNvPr id="2050" name="Picture 2" descr="Tobacco – Cancer Atlas">
            <a:extLst>
              <a:ext uri="{FF2B5EF4-FFF2-40B4-BE49-F238E27FC236}">
                <a16:creationId xmlns:a16="http://schemas.microsoft.com/office/drawing/2014/main" id="{AF8F88C0-3901-A3E8-850C-ECA09E2ACC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5882" y="954725"/>
            <a:ext cx="6112377" cy="494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6406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9B710-93CE-4B70-9EB7-0A4C3E67A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93F7F-2A4A-4869-83C0-4A68B3E6F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National Health Interview Survey (NHIS) is a nationally representative, cross-sectional household survey conducted annually since 1957 by the National Center for Health Statistics (NCHS)</a:t>
            </a:r>
          </a:p>
          <a:p>
            <a:r>
              <a:rPr lang="en-US" dirty="0"/>
              <a:t>Publicly available harmonized longitudinal dataset: 2012–2022</a:t>
            </a:r>
          </a:p>
          <a:p>
            <a:pPr lvl="1"/>
            <a:r>
              <a:rPr lang="en-US" dirty="0"/>
              <a:t>Cigarettes, e-cigarettes, cigars, smokeless tobacco, pipes</a:t>
            </a:r>
          </a:p>
          <a:p>
            <a:pPr lvl="1"/>
            <a:r>
              <a:rPr lang="en-US" dirty="0"/>
              <a:t>Age, sex, race &amp; ethnicity</a:t>
            </a:r>
          </a:p>
          <a:p>
            <a:r>
              <a:rPr lang="en-US" dirty="0"/>
              <a:t>Complex sampling design: dataset includes sampling weights so nationally representative estimates can be calculated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1026" name="Picture 2" descr="National Health Interview Survey | CDC">
            <a:extLst>
              <a:ext uri="{FF2B5EF4-FFF2-40B4-BE49-F238E27FC236}">
                <a16:creationId xmlns:a16="http://schemas.microsoft.com/office/drawing/2014/main" id="{E10916B2-CBEC-4281-A5C2-F558F1CE9B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3869" y="90487"/>
            <a:ext cx="3088131" cy="1735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5619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6BD83-CACC-9386-DAAA-4D8F4DB95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C0C37-4929-C723-2834-64FBC2ED1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4D45E-FA6A-E4A6-5369-36E104E40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Ever and current use variables are derived from questions about:</a:t>
            </a:r>
          </a:p>
          <a:p>
            <a:pPr lvl="1"/>
            <a:r>
              <a:rPr lang="en-US" dirty="0"/>
              <a:t>Ever use of a tobacco/nicotine product</a:t>
            </a:r>
          </a:p>
          <a:p>
            <a:pPr lvl="1"/>
            <a:r>
              <a:rPr lang="en-US" dirty="0"/>
              <a:t>Current use of a tobacco/nicotine product among ever users (every day or some days) and 100+ lifetime cigarettes or cigars</a:t>
            </a:r>
          </a:p>
          <a:p>
            <a:r>
              <a:rPr lang="en-US" dirty="0"/>
              <a:t>Socioeconomic variables were derived from questions about:</a:t>
            </a:r>
          </a:p>
          <a:p>
            <a:pPr lvl="1"/>
            <a:r>
              <a:rPr lang="en-US" dirty="0"/>
              <a:t>Age: 18-24, 25-34, 35-54, 55+</a:t>
            </a:r>
          </a:p>
          <a:p>
            <a:pPr lvl="1"/>
            <a:r>
              <a:rPr lang="en-US" dirty="0"/>
              <a:t>Sex: male, female</a:t>
            </a:r>
          </a:p>
          <a:p>
            <a:pPr lvl="1"/>
            <a:r>
              <a:rPr lang="en-US" dirty="0"/>
              <a:t>Race &amp; Ethnicity: Hispanic, non-Hispanic White, non-Hispanic Black, non-Hispanic Asian, non-Hispanic Other</a:t>
            </a:r>
          </a:p>
          <a:p>
            <a:r>
              <a:rPr lang="en-US" dirty="0"/>
              <a:t>Survey design object: survey weights, strata, primary sampling units</a:t>
            </a:r>
          </a:p>
          <a:p>
            <a:r>
              <a:rPr lang="en-US" dirty="0"/>
              <a:t>Restricted to those 18+ without missing demographic information</a:t>
            </a:r>
          </a:p>
          <a:p>
            <a:r>
              <a:rPr lang="en-US" dirty="0"/>
              <a:t>596,023 observations in the final cleaned dataset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1026" name="Picture 2" descr="National Health Interview Survey | CDC">
            <a:extLst>
              <a:ext uri="{FF2B5EF4-FFF2-40B4-BE49-F238E27FC236}">
                <a16:creationId xmlns:a16="http://schemas.microsoft.com/office/drawing/2014/main" id="{2AC2EB4C-B590-4DDA-D192-11060D7079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3869" y="90487"/>
            <a:ext cx="3088131" cy="1735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794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8030E-37BA-7B1C-19EE-87541F7AA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D6096-0532-8027-2CA0-FAB6D37FB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1838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Exploratory data analysis: Current use by product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879B15-E116-A008-FC4F-C595907F8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615" y="1512404"/>
            <a:ext cx="8624769" cy="5003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359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EDCE7-E087-C9DD-F6DF-0A84C11D4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C2DDB-AFD8-2796-BC52-01D4D3397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1838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Exploratory data analysis: E-cigarette use by age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70D7EB-6281-709B-6F8A-FE9CCDCEB1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39"/>
          <a:stretch>
            <a:fillRect/>
          </a:stretch>
        </p:blipFill>
        <p:spPr>
          <a:xfrm>
            <a:off x="1805640" y="1667401"/>
            <a:ext cx="8580719" cy="4848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072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BD7B6-EF79-27E6-2774-32E165F66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A67C6-C471-1C6D-25BC-59604F4FC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1838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Exploratory data analysis: Cigarette use by race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7167B24-FB1F-2C4B-78C2-8DD44B042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0059" y="1497162"/>
            <a:ext cx="8671881" cy="501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132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FDA1D-FBA2-09F2-586F-ED45FCB4E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9B164-A036-263D-FE66-EEE889BCF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Interactive dashboard demonstration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9C2D2-876E-90FF-A523-39BFCA36C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1304"/>
            <a:ext cx="10515600" cy="4788535"/>
          </a:xfrm>
        </p:spPr>
        <p:txBody>
          <a:bodyPr>
            <a:normAutofit/>
          </a:bodyPr>
          <a:lstStyle/>
          <a:p>
            <a:r>
              <a:rPr lang="en-US" dirty="0">
                <a:hlinkClick r:id="rId3"/>
              </a:rPr>
              <a:t>https://oliveroberts.github.io/tobacco-project.html</a:t>
            </a:r>
            <a:r>
              <a:rPr lang="en-US" dirty="0"/>
              <a:t> (the dashboard is based on a reduced NHIS dataset of 50,000 to improve performance)</a:t>
            </a:r>
          </a:p>
        </p:txBody>
      </p:sp>
    </p:spTree>
    <p:extLst>
      <p:ext uri="{BB962C8B-B14F-4D97-AF65-F5344CB8AC3E}">
        <p14:creationId xmlns:p14="http://schemas.microsoft.com/office/powerpoint/2010/main" val="3779234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8947E-1401-239D-93D2-BE42234F7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807E0-AE51-82FD-0195-697BA0166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06AD7-9383-F530-7C79-BD228727E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1304"/>
            <a:ext cx="10515600" cy="478853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Changes in overall tobacco/nicotine product use</a:t>
            </a:r>
          </a:p>
          <a:p>
            <a:pPr lvl="1"/>
            <a:r>
              <a:rPr lang="en-US" dirty="0"/>
              <a:t>Cigarette use declined, e-cigarette use increased</a:t>
            </a:r>
          </a:p>
          <a:p>
            <a:pPr lvl="1"/>
            <a:r>
              <a:rPr lang="en-US" dirty="0"/>
              <a:t>Cigar, smokeless tobacco, and pipe use stayed relatively steady overall</a:t>
            </a:r>
          </a:p>
          <a:p>
            <a:r>
              <a:rPr lang="en-US" dirty="0"/>
              <a:t>Differences in product use by group</a:t>
            </a:r>
          </a:p>
          <a:p>
            <a:pPr lvl="1"/>
            <a:r>
              <a:rPr lang="en-US" dirty="0"/>
              <a:t>Use of cigarettes, pipes, smokeless tobacco,  and cigars has decreased over time for younger age groups, with an increase in e-cigarette use</a:t>
            </a:r>
          </a:p>
          <a:p>
            <a:pPr lvl="1"/>
            <a:r>
              <a:rPr lang="en-US" dirty="0"/>
              <a:t>Men were consistently more likely to use all tobacco and nicotine products</a:t>
            </a:r>
          </a:p>
          <a:p>
            <a:pPr lvl="1"/>
            <a:r>
              <a:rPr lang="en-US" dirty="0"/>
              <a:t>Non-Hispanic White, non-Hispanic Black, and non-Hispanic Other individuals were more likely to use cigarettes</a:t>
            </a:r>
          </a:p>
          <a:p>
            <a:pPr lvl="1"/>
            <a:r>
              <a:rPr lang="en-US" dirty="0"/>
              <a:t>Non-Hispanic Other and non-Hispanic White individuals were the most likely to use e-cigarettes</a:t>
            </a:r>
          </a:p>
          <a:p>
            <a:pPr lvl="1"/>
            <a:r>
              <a:rPr lang="en-US" dirty="0"/>
              <a:t>Non-Hispanic Black individuals were the most likely to use cigars and pipes</a:t>
            </a:r>
          </a:p>
          <a:p>
            <a:pPr lvl="1"/>
            <a:r>
              <a:rPr lang="en-US" dirty="0"/>
              <a:t>Non-Hispanic White individuals were the most likely to use smokeless tobacco</a:t>
            </a:r>
          </a:p>
        </p:txBody>
      </p:sp>
    </p:spTree>
    <p:extLst>
      <p:ext uri="{BB962C8B-B14F-4D97-AF65-F5344CB8AC3E}">
        <p14:creationId xmlns:p14="http://schemas.microsoft.com/office/powerpoint/2010/main" val="3471976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0F262-8DD2-751F-BB6E-5CCAE3919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Tobacco regulatory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4F82F-2144-AE4D-77C8-66D11B066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Cigarette use decline is promising for public health, but an increase in e-cigarette use poses a new challenge for tobacco control efforts</a:t>
            </a:r>
          </a:p>
          <a:p>
            <a:r>
              <a:rPr lang="en-US" dirty="0"/>
              <a:t>Public health interventions should account for disparities between groups to best reduce tobacco-related harm</a:t>
            </a:r>
          </a:p>
          <a:p>
            <a:r>
              <a:rPr lang="en-US" dirty="0"/>
              <a:t>Continued monitoring of trends is necessary as the tobacco landscape continues to change</a:t>
            </a:r>
          </a:p>
          <a:p>
            <a:r>
              <a:rPr lang="en-US" dirty="0"/>
              <a:t>Future research should examine transitions between products, dual use (or poly use), and the recent emergence of nicotine pouch products</a:t>
            </a:r>
          </a:p>
        </p:txBody>
      </p:sp>
    </p:spTree>
    <p:extLst>
      <p:ext uri="{BB962C8B-B14F-4D97-AF65-F5344CB8AC3E}">
        <p14:creationId xmlns:p14="http://schemas.microsoft.com/office/powerpoint/2010/main" val="646419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90842-B4D9-BD4A-809F-5AC7B95B0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471202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4435</TotalTime>
  <Words>603</Words>
  <Application>Microsoft Office PowerPoint</Application>
  <PresentationFormat>Widescreen</PresentationFormat>
  <Paragraphs>62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Using an interactive dashboard to visualize the prevalence of cigarette, e-cigarette, pipe, cigar, and smokeless tobacco use in the NHIS study from 2012—2022</vt:lpstr>
      <vt:lpstr>Introduction</vt:lpstr>
      <vt:lpstr>Research question</vt:lpstr>
      <vt:lpstr>Data</vt:lpstr>
      <vt:lpstr>Methods</vt:lpstr>
      <vt:lpstr>Exploratory data analysis: Current use by product</vt:lpstr>
      <vt:lpstr>Exploratory data analysis: E-cigarette use by age</vt:lpstr>
      <vt:lpstr>Exploratory data analysis: Cigarette use by race</vt:lpstr>
      <vt:lpstr>Interactive dashboard demonstration</vt:lpstr>
      <vt:lpstr>Conclusion</vt:lpstr>
      <vt:lpstr>Tobacco regulatory implications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Transitions between cigarette, ENDS, and dual use differ by menthol status of regular cigarette brand</dc:title>
  <dc:creator>Brouwer, Andrew</dc:creator>
  <cp:lastModifiedBy>Roberts, Olivia</cp:lastModifiedBy>
  <cp:revision>76</cp:revision>
  <dcterms:created xsi:type="dcterms:W3CDTF">2021-01-12T15:41:36Z</dcterms:created>
  <dcterms:modified xsi:type="dcterms:W3CDTF">2026-04-15T19:03:48Z</dcterms:modified>
</cp:coreProperties>
</file>